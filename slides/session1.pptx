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Hands-on (0:35–0:55) + afslutning (0:55–1:00). Slidet bliver siddende mens deltagerne arbejder. Du forklarer hands-on verbalt, går rundt, samler op, og runder af — alt sammen uden at skifte slide.</a:t>
            </a:r>
          </a:p>
          <a:p/>
          <a:p>
            <a:r>
              <a:t>─── SIG (start hands-on, 0:35) ───</a:t>
            </a:r>
          </a:p>
          <a:p>
            <a:r>
              <a:t>"Nu jer. Solo på din egen maskine — du skal selv mærke forskellen i fingrene. I har 20 minutter."</a:t>
            </a:r>
          </a:p>
          <a:p/>
          <a:p>
            <a:r>
              <a:t>"Kør git clone fra README'en, npm install, og claude i demo-mappen. Vælg én opgave fra demoen — pris-bug, performance, eller favorit-knap."</a:t>
            </a:r>
          </a:p>
          <a:p/>
          <a:p>
            <a:r>
              <a:t>"Skriv først en hurtig prompt som I ville skrive på en travl dag. Så git checkout og /clear for at rulle tilbage. Så samme opgave med alle 4 byggeklodser."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GØR (mens de arbejder) ───</a:t>
            </a:r>
          </a:p>
          <a:p>
            <a:r>
              <a:t>Gå rundt. Hjælp dem der sidder fast. Lyt efter en god 'aha'-bemærkning du kan bede dem dele bagefter.</a:t>
            </a:r>
          </a:p>
          <a:p/>
          <a:p>
            <a:r>
              <a:t>─── SIG (med 5 min tilbage, ~0:50) ───</a:t>
            </a:r>
          </a:p>
          <a:p>
            <a:r>
              <a:t>"Saml jer — én indsigt højt fra hver. Den der overraskede jer mest."</a:t>
            </a:r>
          </a:p>
          <a:p/>
          <a:p>
            <a:r>
              <a:t>─── SIG (afslutning, 0:55) ───</a:t>
            </a:r>
          </a:p>
          <a:p>
            <a:r>
              <a:t>"Hjemmeopgaven er nem: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 Vi starter session 2 med at dele dem."</a:t>
            </a:r>
          </a:p>
          <a:p/>
          <a:p>
            <a:r>
              <a:t>"[Navn] tager session 2 om Plan mode. Jeg sender slide-skabelon og pre-work-video senest dagen før."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media" Target="../media/media1.mp3"/><Relationship Id="rId5" Type="http://schemas.openxmlformats.org/officeDocument/2006/relationships/video" Target="../media/media1.mp3"/><Relationship Id="rId6" Type="http://schemas.openxmlformats.org/officeDocument/2006/relationships/image" Target="../media/image3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365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7724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69164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C8D4E8"/>
                </a:solidFill>
                <a:latin typeface="Helvetica"/>
              </a:rPr>
              <a:t>Mens I finder pladser — lidt Claude IRL</a:t>
            </a:r>
          </a:p>
        </p:txBody>
      </p:sp>
      <p:pic>
        <p:nvPicPr>
          <p:cNvPr id="6" name="Picture 5" descr="claude_a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2286000"/>
            <a:ext cx="10972800" cy="235915"/>
          </a:xfrm>
          <a:prstGeom prst="rect">
            <a:avLst/>
          </a:prstGeom>
        </p:spPr>
      </p:pic>
      <p:pic>
        <p:nvPicPr>
          <p:cNvPr id="7" name="Picture 6" descr="claude_bug_fi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2651760"/>
            <a:ext cx="3017520" cy="3995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music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365760" cy="365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indefinite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  <p:nextCondLst>
                      <p:cond evt="onNext" delay="0">
                        <p:tgtEl>
                          <p:sldTgt/>
                        </p:tgtEl>
                      </p:cond>
                    </p:nextCondLst>
                  </p:par>
                </p:childTnLst>
              </p:cTn>
            </p:seq>
            <p:audi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Solo · 20 min — brug strukturen og prøv begge prompt-typer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7592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Hvilke filer
skal 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39312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vil du
have gjort?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55664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3416" y="1828800"/>
            <a:ext cx="2697480" cy="14173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72016" y="2057400"/>
            <a:ext cx="384048" cy="384048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6648" y="207568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60604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5B81C"/>
                </a:solidFill>
                <a:latin typeface="Menlo"/>
              </a:rPr>
              <a:t>EKSEMPEL — sådan kunne en god prompt se ud: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931920"/>
            <a:ext cx="11018520" cy="233172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69080"/>
            <a:ext cx="104698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[1] </a:t>
            </a:r>
            <a:r>
              <a:rPr sz="1300">
                <a:solidFill>
                  <a:srgbClr val="E2E8F0"/>
                </a:solidFill>
                <a:latin typeface="Menlo"/>
              </a:rPr>
              <a:t>Læs lib/propertyService.ts.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[2] </a:t>
            </a:r>
            <a:r>
              <a:rPr sz="1300">
                <a:solidFill>
                  <a:srgbClr val="E2E8F0"/>
                </a:solidFill>
                <a:latin typeface="Menlo"/>
              </a:rPr>
              <a:t>Tilføj findByCity(city: string) der returnerer alle boliger i en given by.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[3] </a:t>
            </a:r>
            <a:r>
              <a:rPr sz="1300">
                <a:solidFill>
                  <a:srgbClr val="E2E8F0"/>
                </a:solidFill>
                <a:latin typeface="Menlo"/>
              </a:rPr>
              <a:t>Rør ikke getAll eller findById. Ingen commit.</a:t>
            </a:r>
          </a:p>
          <a:p>
            <a:pPr>
              <a:lnSpc>
                <a:spcPct val="140000"/>
              </a:lnSpc>
              <a:spcAft>
                <a:spcPts val="800"/>
              </a:spcAft>
            </a:pPr>
            <a:r>
              <a:rPr sz="1300" b="1">
                <a:solidFill>
                  <a:srgbClr val="F5B81C"/>
                </a:solidFill>
                <a:latin typeface="Menlo"/>
              </a:rPr>
              <a:t>[4] </a:t>
            </a:r>
            <a:r>
              <a:rPr sz="1300">
                <a:solidFill>
                  <a:srgbClr val="E2E8F0"/>
                </a:solidFill>
                <a:latin typeface="Menlo"/>
              </a:rPr>
              <a:t>Forventet: findByCity("Hellerup") returnerer 1 bolig.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56B8A"/>
                </a:solidFill>
                <a:latin typeface="Helvetica"/>
              </a:rPr>
              <a:t>Skriv først en hurtig prompt — så git checkout . + /clear — så samme opgave med strukturen.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27" name="Picture 26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