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/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/>
          <a:p>
            <a:r>
              <a:t>"Kør git clone fra README'en, npm install, og claude i demo-mappen. Vælg én opgave fra demoen — pris-bug, performance, eller favorit-knap."</a:t>
            </a:r>
          </a:p>
          <a:p/>
          <a:p>
            <a:r>
              <a:t>"Skriv først en hurtig prompt som I ville skrive på en travl dag. Så git checkout og /clear for at rulle tilbage. Så samme opgave med alle 4 byggeklodser."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/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/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 Vi starter session 2 med at dele dem."</a:t>
            </a:r>
          </a:p>
          <a:p/>
          <a:p>
            <a:r>
              <a:t>"[Navn] tager session 2 om Plan mode. Jeg sender slide-skabelon og pre-work-video senest dagen før."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65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772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9164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C8D4E8"/>
                </a:solidFill>
                <a:latin typeface="Helvetica"/>
              </a:rPr>
              <a:t>Mens I finder pladser — lidt Claude IRL</a:t>
            </a:r>
          </a:p>
        </p:txBody>
      </p:sp>
      <p:pic>
        <p:nvPicPr>
          <p:cNvPr id="6" name="Picture 5" descr="claude_a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286000"/>
            <a:ext cx="10972800" cy="235915"/>
          </a:xfrm>
          <a:prstGeom prst="rect">
            <a:avLst/>
          </a:prstGeom>
        </p:spPr>
      </p:pic>
      <p:pic>
        <p:nvPicPr>
          <p:cNvPr id="7" name="Picture 6" descr="claude_bug_fi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2651760"/>
            <a:ext cx="3017520" cy="3995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Solo · 20 min — brug strukturen og prøv begge prompt-typer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Hvilke filer
skal 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2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vil du
have gjort?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55664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3416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72016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8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EKSEMPEL — sådan kunne en god prompt se ud: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31920"/>
            <a:ext cx="11018520" cy="233172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69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[1] </a:t>
            </a:r>
            <a:r>
              <a:rPr sz="1300">
                <a:solidFill>
                  <a:srgbClr val="E2E8F0"/>
                </a:solidFill>
                <a:latin typeface="Menlo"/>
              </a:rPr>
              <a:t>Læs lib/propertyService.ts.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[2] </a:t>
            </a:r>
            <a:r>
              <a:rPr sz="1300">
                <a:solidFill>
                  <a:srgbClr val="E2E8F0"/>
                </a:solidFill>
                <a:latin typeface="Menlo"/>
              </a:rPr>
              <a:t>Tilføj findByCity(city: string) der returnerer alle boliger i en given by.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[3] </a:t>
            </a:r>
            <a:r>
              <a:rPr sz="1300">
                <a:solidFill>
                  <a:srgbClr val="E2E8F0"/>
                </a:solidFill>
                <a:latin typeface="Menlo"/>
              </a:rPr>
              <a:t>Rør ikke getAll eller findById. Ingen commit.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[4] </a:t>
            </a:r>
            <a:r>
              <a:rPr sz="1300">
                <a:solidFill>
                  <a:srgbClr val="E2E8F0"/>
                </a:solidFill>
                <a:latin typeface="Menlo"/>
              </a:rPr>
              <a:t>Forventet: findByCity("Hellerup") returnerer 1 bolig.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56B8A"/>
                </a:solidFill>
                <a:latin typeface="Helvetica"/>
              </a:rPr>
              <a:t>Skriv først en hurtig prompt — så git checkout . + /clear — så samme opgave med strukturen.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27" name="Picture 26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