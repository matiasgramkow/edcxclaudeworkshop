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Hands-on (0:35–0:55) + afslutning (0:55–1:00). Slidet bliver siddende mens deltagerne arbejder. Du forklarer hands-on verbalt, går rundt, samler op, og runder af — alt sammen uden at skifte slide.</a:t>
            </a:r>
          </a:p>
          <a:p/>
          <a:p>
            <a:r>
              <a:t>─── SIG (start hands-on, 0:35) ───</a:t>
            </a:r>
          </a:p>
          <a:p>
            <a:r>
              <a:t>"Nu jer. Solo på din egen maskine — du skal selv mærke forskellen i fingrene. I har 20 minutter."</a:t>
            </a:r>
          </a:p>
          <a:p/>
          <a:p>
            <a:r>
              <a:t>"Kør git clone fra README'en, npm install, og claude i demo-mappen. Vælg én opgave fra demoen — pris-bug, performance, eller favorit-knap."</a:t>
            </a:r>
          </a:p>
          <a:p/>
          <a:p>
            <a:r>
              <a:t>"Skriv først en hurtig prompt som I ville skrive på en travl dag. Så git checkout og /clear for at rulle tilbage. Så samme opgave med alle 4 byggeklodser."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GØR (mens de arbejder) ───</a:t>
            </a:r>
          </a:p>
          <a:p>
            <a:r>
              <a:t>Gå rundt. Hjælp dem der sidder fast. Lyt efter en god 'aha'-bemærkning du kan bede dem dele bagefter.</a:t>
            </a:r>
          </a:p>
          <a:p/>
          <a:p>
            <a:r>
              <a:t>─── SIG (med 5 min tilbage, ~0:50) ───</a:t>
            </a:r>
          </a:p>
          <a:p>
            <a:r>
              <a:t>"Saml jer — én indsigt højt fra hver. Den der overraskede jer mest."</a:t>
            </a:r>
          </a:p>
          <a:p/>
          <a:p>
            <a:r>
              <a:t>─── SIG (afslutning, 0:55) ───</a:t>
            </a:r>
          </a:p>
          <a:p>
            <a:r>
              <a:t>"Hjemmeopgaven er nem: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 Vi starter session 2 med at dele dem."</a:t>
            </a:r>
          </a:p>
          <a:p/>
          <a:p>
            <a:r>
              <a:t>"[Navn] tager session 2 om Plan mode. Jeg sender slide-skabelon og pre-work-video senest dagen før."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Solo · 20 min — brug strukturen og prøv begge prompt-typer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Hvilke filer
skal 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9312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vil du
have gjort?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55664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3416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72016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6648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EKSEMPEL — sådan kunne en god prompt se ud: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931920"/>
            <a:ext cx="11018520" cy="233172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10469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[1] </a:t>
            </a:r>
            <a:r>
              <a:rPr sz="1300">
                <a:solidFill>
                  <a:srgbClr val="E2E8F0"/>
                </a:solidFill>
                <a:latin typeface="Menlo"/>
              </a:rPr>
              <a:t>Læs lib/propertyService.ts.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[2] </a:t>
            </a:r>
            <a:r>
              <a:rPr sz="1300">
                <a:solidFill>
                  <a:srgbClr val="E2E8F0"/>
                </a:solidFill>
                <a:latin typeface="Menlo"/>
              </a:rPr>
              <a:t>Tilføj findByCity(city: string) der returnerer alle boliger i en given by.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[3] </a:t>
            </a:r>
            <a:r>
              <a:rPr sz="1300">
                <a:solidFill>
                  <a:srgbClr val="E2E8F0"/>
                </a:solidFill>
                <a:latin typeface="Menlo"/>
              </a:rPr>
              <a:t>Rør ikke getAll eller findById. Ingen commit.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[4] </a:t>
            </a:r>
            <a:r>
              <a:rPr sz="1300">
                <a:solidFill>
                  <a:srgbClr val="E2E8F0"/>
                </a:solidFill>
                <a:latin typeface="Menlo"/>
              </a:rPr>
              <a:t>Forventet: findByCity("Hellerup") returnerer 1 bolig.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56B8A"/>
                </a:solidFill>
                <a:latin typeface="Helvetica"/>
              </a:rPr>
              <a:t>Skriv først en hurtig prompt — så git checkout . + /clear — så samme opgave med strukturen.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27" name="Picture 26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