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</a:t>
            </a:r>
          </a:p>
          <a:p/>
          <a:p>
            <a:r>
              <a:t>─── SIG ───</a:t>
            </a:r>
          </a:p>
          <a:p>
            <a:r>
              <a:t>"En god prompt har altid 4 dele."</a:t>
            </a:r>
          </a:p>
          <a:p/>
          <a:p>
            <a:r>
              <a:t>"1. Kontekst — fx: Læs lib/propertyService.ts og components/PropertyCard.tsx."</a:t>
            </a:r>
          </a:p>
          <a:p/>
          <a:p>
            <a:r>
              <a:t>"2. Opgave — fx: Lav en formatPrice-helper og brug den i begge filer."</a:t>
            </a:r>
          </a:p>
          <a:p/>
          <a:p>
            <a:r>
              <a:t>"3. Begrænsninger — fx: Rør intet andet. Ingen commit."</a:t>
            </a:r>
          </a:p>
          <a:p/>
          <a:p>
            <a:r>
              <a:t>"4. Forventet output — fx: Priser vises som 8.500.000 kr. — alle 3 steder."</a:t>
            </a:r>
          </a:p>
          <a:p/>
          <a:p>
            <a:r>
              <a:t>"Vi vender tilbage til de 4 byggeklodser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terminal · 0:20 — start.</a:t>
            </a:r>
          </a:p>
          <a:p/>
          <a:p>
            <a:r>
              <a:t>TJEKLISTE FØR DU KØRER: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claude --dangerously-skip-permissions kører i demo/-mappen</a:t>
            </a:r>
          </a:p>
          <a:p>
            <a:r>
              <a:t>  □ Du kan se BÅDE terminal og browser samtidig på projektoren</a:t>
            </a:r>
          </a:p>
          <a:p/>
          <a:p>
            <a:r>
              <a:t>─── SIG ───</a:t>
            </a:r>
          </a:p>
          <a:p>
            <a:r>
              <a:t>"OK — nu skifter vi til terminal og browser."</a:t>
            </a:r>
          </a:p>
          <a:p/>
          <a:p>
            <a:r>
              <a:t>"I de næste 15 minutter skriver jeg samme opgave til Claude — først dårligt, så godt."</a:t>
            </a:r>
          </a:p>
          <a:p/>
          <a:p>
            <a:r>
              <a:t>"Kig BÅDE på terminalen og på /demo i browseren ved siden af."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Vis bug'en · 0:20–0:22.</a:t>
            </a:r>
          </a:p>
          <a:p/>
          <a:p>
            <a:r>
              <a:t>─── GØR ───</a:t>
            </a:r>
          </a:p>
          <a:p>
            <a:r>
              <a:t>Skift til browseren. Scroll ned ad /demo. Peg eksplicit på priserne.</a:t>
            </a:r>
          </a:p>
          <a:p>
            <a:r>
              <a:t>Klik på en bolig — vis at detaljesiden har samme problem.</a:t>
            </a:r>
          </a:p>
          <a:p>
            <a:r>
              <a:t>Søg "demo@edc.dk" i favorit-widgeten — også USD-priser.</a:t>
            </a:r>
          </a:p>
          <a:p/>
          <a:p>
            <a:r>
              <a:t>─── SIG ───</a:t>
            </a:r>
          </a:p>
          <a:p>
            <a:r>
              <a:t>"Det her er en dansk bolig-side. Priserne er i amerikanske dollars MED cents. Hele sitet er i stykker visuelt."</a:t>
            </a:r>
          </a:p>
          <a:p/>
          <a:p>
            <a:r>
              <a:t>"Pris-formateringen ligger inline 3 steder uden helper. Det er ikke konstrueret — det er typisk consequence af 'hurtigt fix' nogen lavede engang."</a:t>
            </a:r>
          </a:p>
          <a:p/>
          <a:p>
            <a:r>
              <a:t>"Det er det her vi vil have Claude til at fixe."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Realistisk dårlig · 0:22–0:26. Vi har kørt det her 3 gange — den lander forskelligt hver gang.</a:t>
            </a:r>
          </a:p>
          <a:p/>
          <a:p>
            <a:r>
              <a:t>─── SIG ───</a:t>
            </a:r>
          </a:p>
          <a:p>
            <a:r>
              <a:t>"Det her ligner en prompt de fleste skriver på autopilot — vi nævner symptomet, men ikke hvor i koden det skal fixes."</a:t>
            </a:r>
          </a:p>
          <a:p/>
          <a:p>
            <a:r>
              <a:t>"Det er IKKE en stråmand, det er hverdag."</a:t>
            </a:r>
          </a:p>
          <a:p/>
          <a:p>
            <a:r>
              <a:t>─── GØR ───</a:t>
            </a:r>
          </a:p>
          <a:p>
            <a:r>
              <a:t>Kopier prompten fra slidet ind i Claude. Tryk enter.</a:t>
            </a:r>
          </a:p>
          <a:p/>
          <a:p>
            <a:r>
              <a:t>─── SIG (mens Claude arbejder) ───</a:t>
            </a:r>
          </a:p>
          <a:p>
            <a:r>
              <a:t>"Forventning: den finder ET fix der virker. Men hold den her i baghovedet — vi har kørt det 3 gange, den lander forskelligt hver gang."</a:t>
            </a:r>
          </a:p>
          <a:p/>
          <a:p>
            <a:r>
              <a:t>─── GØR ───</a:t>
            </a:r>
          </a:p>
          <a:p>
            <a:r>
              <a:t>Når Claude er færdig: vis hvad den gjorde, refresh /demo.</a:t>
            </a:r>
          </a:p>
          <a:p/>
          <a:p>
            <a:r>
              <a:t>─── SIG ───</a:t>
            </a:r>
          </a:p>
          <a:p>
            <a:r>
              <a:t>"Det virker! Men hold det her i baghovedet."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Samme opgave, med kontekst · 0:26–0:31.</a:t>
            </a:r>
          </a:p>
          <a:p/>
          <a:p>
            <a:r>
              <a:t>─── GØR ───</a:t>
            </a:r>
          </a:p>
          <a:p>
            <a:r>
              <a:t>Rul tilbage i terminalen (vis det højt mens du gør det):</a:t>
            </a:r>
          </a:p>
          <a:p>
            <a:r>
              <a:t>  git checkout .</a:t>
            </a:r>
          </a:p>
          <a:p>
            <a:r>
              <a:t>  /clear</a:t>
            </a:r>
          </a:p>
          <a:p/>
          <a:p>
            <a:r>
              <a:t>─── SIG ───</a:t>
            </a:r>
          </a:p>
          <a:p>
            <a:r>
              <a:t>"Nu siger vi præcis HVOR (3 filer), HVAD (én helper), og HVORDAN (da-DK, DKK, 0 decimaler)."</a:t>
            </a:r>
          </a:p>
          <a:p/>
          <a:p>
            <a:r>
              <a:t>─── GØR ───</a:t>
            </a:r>
          </a:p>
          <a:p>
            <a:r>
              <a:t>Kopier den gode prompt ind. Tryk enter.</a:t>
            </a:r>
          </a:p>
          <a:p>
            <a:r>
              <a:t>Når den er færdig: vis at den lavede ÉN helper i propertyService.ts, og at de andre 2 filer importerer den. Refresh /demo.</a:t>
            </a:r>
          </a:p>
          <a:p/>
          <a:p>
            <a:r>
              <a:t>─── SIG ───</a:t>
            </a:r>
          </a:p>
          <a:p>
            <a:r>
              <a:t>"Samme visuelle resultat. Helt anden kode-struktur."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Korte instrukser · 0:35 — start. De skal i gang.</a:t>
            </a:r>
          </a:p>
          <a:p/>
          <a:p>
            <a:r>
              <a:t>─── SIG ───</a:t>
            </a:r>
          </a:p>
          <a:p>
            <a:r>
              <a:t>"Nu jer."</a:t>
            </a:r>
          </a:p>
          <a:p/>
          <a:p>
            <a:r>
              <a:t>"Solo på din egen maskine — du skal selv mærke forskellen i fingrene."</a:t>
            </a:r>
          </a:p>
          <a:p/>
          <a:p>
            <a:r>
              <a:t>"I har 20 minutter."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Mens de arbejder · 0:35–0:55. Gå rundt. Hjælp dem der sidder fast. Lyt efter en god 'aha'-bemærkning du kan bede dem dele bagefter.</a:t>
            </a:r>
          </a:p>
          <a:p/>
          <a:p>
            <a:r>
              <a:t>─── SIG (i starten) ───</a:t>
            </a:r>
          </a:p>
          <a:p>
            <a:r>
              <a:t>"Læs trinene på slidet: clone, npm install, claude i demo. Vælg én opgave fra demoen."</a:t>
            </a:r>
          </a:p>
          <a:p/>
          <a:p>
            <a:r>
              <a:t>"Det vigtigste: prøv BEGGE prompts — ikke bare den gode. Læg mærke til forskellen."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SIG (med 5 min tilbage) ───</a:t>
            </a:r>
          </a:p>
          <a:p>
            <a:r>
              <a:t>"Saml jer — én indsigt højt fra hver. Den der overraskede jer mest."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Afslutning · 0:55–1:00. Hjemmeopgave nem. Bekræft næste præsentant igen ved navn så de ved det er reelt.</a:t>
            </a:r>
          </a:p>
          <a:p/>
          <a:p>
            <a:r>
              <a:t>─── SIG ───</a:t>
            </a:r>
          </a:p>
          <a:p>
            <a:r>
              <a:t>"Hjemmeopgaven er nem.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gjorde."</a:t>
            </a:r>
          </a:p>
          <a:p/>
          <a:p>
            <a:r>
              <a:t>"Vi starter session 2 med at dele dem. Vi lærer mest af de fejlede prompts."</a:t>
            </a:r>
          </a:p>
          <a:p/>
          <a:p>
            <a:r>
              <a:t>"[Navn] tager session 2 om Plan mode. Jeg sender slide-skabelon og pre-work-video senest mandag."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god prompt har altid disse fire dele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6472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Verbum først.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7104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17736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7736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4" name="Picture 2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Bug'en på /demo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Priser i USD med cents på en dansk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349240" cy="338328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NU (BUG)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8B1F1F"/>
                </a:solidFill>
                <a:latin typeface="Menlo"/>
              </a:rPr>
              <a:t>$8,500,000.00
$4,250,000.00
$6,900,000.00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103120"/>
            <a:ext cx="5349240" cy="338328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ØNSKET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532D"/>
                </a:solidFill>
                <a:latin typeface="Menlo"/>
              </a:rPr>
              <a:t>8.500.000 kr.
4.250.000 kr.
6.900.000 kr.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6B8A"/>
                </a:solidFill>
                <a:latin typeface="Helvetica"/>
              </a:rPr>
              <a:t>Pris-formateringen ligger inline 3 steder uden helper — typisk consequence af "hurtigt fix".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4" name="Picture 1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1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Dårlig prompt — "realistisk dårlig"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0908792" cy="182880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Priserne på /demo vises som amerikanske dollars med cents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(fx "$8,500,000.00") overalt. Det er en dansk side.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Fix det. Ingen commit eller push.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22A52"/>
                </a:solidFill>
                <a:latin typeface="Helvetica"/>
              </a:rPr>
              <a:t>Hvad sker 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Claude finder *et* fix — men forskelligt hver gang du kører prompten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Inline-duplikering 3 steder, eller patch kun én fil og misser resten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Det "virker" — men efterlader kode der er svær at vedligeholde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2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God prompt — samme opgave, med kontekst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08792" cy="402336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Pris-formateringen ligger inline tre steder med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Intl.NumberFormat('en-US', { style: 'currency',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currency: 'USD', maximumFractionDigits: 2 }):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lib/propertyService.ts (i getAll, 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components/PropertyCard.tsx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app/properties/[id]/page.tsx (formattedPrice)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Lav en formatPrice(price: number)-helper i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lib/propertyService.ts der bruger 'da-DK', 'DKK' og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maximumFractionDigits: 0. Brug den fra alle tre steder.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Rør intet andet. Ingen commit eller push.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2A52"/>
                </a:solidFill>
                <a:latin typeface="Helvetica"/>
              </a:rPr>
              <a:t>Resultat: én helper, brugt 3 steder. Deterministisk.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5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5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5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Vi træner mønsteret HER</a:t>
            </a:r>
            <a:r>
              <a:rPr sz="1500" b="0">
                <a:solidFill>
                  <a:srgbClr val="122A52"/>
                </a:solidFill>
                <a:latin typeface="Helvetica"/>
              </a:rPr>
              <a:t> — så det sidder i fingrene mandag morgen i en rigtig PR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13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solo på din egen maskine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800" b="0">
                <a:solidFill>
                  <a:srgbClr val="122A52"/>
                </a:solidFill>
                <a:latin typeface="Helvetica"/>
              </a:rPr>
              <a:t> + </a:t>
            </a:r>
            <a:r>
              <a:rPr sz="18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800" b="0">
                <a:solidFill>
                  <a:srgbClr val="122A52"/>
                </a:solidFill>
                <a:latin typeface="Helvetica"/>
              </a:rPr>
              <a:t> + </a:t>
            </a:r>
            <a:r>
              <a:rPr sz="18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8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8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som du ville skrive på en travl dag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8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8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8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800" b="1">
                <a:solidFill>
                  <a:srgbClr val="122A52"/>
                </a:solidFill>
                <a:latin typeface="Helvetica"/>
              </a:rPr>
              <a:t>alle 4 byggeklodser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Sammenlign: hvad var forskellen? Hvilken ville du committe?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15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