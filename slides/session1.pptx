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Korte instrukser · 0:35 — start. De skal i gang.</a:t>
            </a:r>
          </a:p>
          <a:p/>
          <a:p>
            <a:r>
              <a:t>─── SIG ───</a:t>
            </a:r>
          </a:p>
          <a:p>
            <a:r>
              <a:t>"Nu jer."</a:t>
            </a:r>
          </a:p>
          <a:p/>
          <a:p>
            <a:r>
              <a:t>"Solo på din egen maskine — du skal selv mærke forskellen i fingrene."</a:t>
            </a:r>
          </a:p>
          <a:p/>
          <a:p>
            <a:r>
              <a:t>"I har 20 minutter."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Mens de arbejder · 0:35–0:55. Gå rundt. Hjælp dem der sidder fast. Lyt efter en god 'aha'-bemærkning du kan bede dem dele bagefter.</a:t>
            </a:r>
          </a:p>
          <a:p/>
          <a:p>
            <a:r>
              <a:t>─── SIG (i starten) ───</a:t>
            </a:r>
          </a:p>
          <a:p>
            <a:r>
              <a:t>"Læs trinene på slidet: clone, npm install, claude i demo. Vælg én opgave fra demoen."</a:t>
            </a:r>
          </a:p>
          <a:p/>
          <a:p>
            <a:r>
              <a:t>"Det vigtigste: prøv BEGGE prompts — ikke bare den gode. Læg mærke til forskellen."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SIG (med 5 min tilbage) ───</a:t>
            </a:r>
          </a:p>
          <a:p>
            <a:r>
              <a:t>"Saml jer — én indsigt højt fra hver. Den der overraskede jer mest."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Afslutning · 0:55–1:00. Hjemmeopgave nem. Bekræft næste præsentant igen ved navn så de ved det er reelt.</a:t>
            </a:r>
          </a:p>
          <a:p/>
          <a:p>
            <a:r>
              <a:t>─── SIG ───</a:t>
            </a:r>
          </a:p>
          <a:p>
            <a:r>
              <a:t>"Hjemmeopgaven er nem.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gjorde."</a:t>
            </a:r>
          </a:p>
          <a:p/>
          <a:p>
            <a:r>
              <a:t>"Vi starter session 2 med at dele dem. Vi lærer mest af de fejlede prompts."</a:t>
            </a:r>
          </a:p>
          <a:p/>
          <a:p>
            <a:r>
              <a:t>"[Navn] tager session 2 om Plan mode. Jeg sender slide-skabelon og pre-work-video senest mandag."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280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9202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260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5447" y="4206240"/>
            <a:ext cx="6400800" cy="1280160"/>
          </a:xfrm>
          <a:prstGeom prst="roundRect">
            <a:avLst>
              <a:gd name="adj" fmla="val 15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95447" y="4297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Menlo"/>
              </a:rPr>
              <a:t>KOPIER PROMPTS FRA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447" y="470916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22A52"/>
                </a:solidFill>
                <a:latin typeface="Menlo"/>
              </a:rPr>
              <a:t>/prompts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C8D4E8"/>
                </a:solidFill>
                <a:latin typeface="Helvetica"/>
              </a:rPr>
              <a:t>Skærmen er min — kig med på terminal og /demo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solo på din egen maskine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8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8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som du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8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8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8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8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Sammenlign: hvad var forskellen? Hvilken ville du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